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THE CASCADE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A651"/>
                </a:solidFill>
              </a:rPr>
              <a:t>An AI-Powered Crisis Simulation — Built in One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Demonstrating the Art of the Possible with 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Confidential  ·  Executive Preview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The Problem: AI Upskilling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661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C2626"/>
                </a:solidFill>
              </a:rPr>
              <a:t>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of employees feel underprepared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for AI-augmented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097280"/>
            <a:ext cx="35661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97706"/>
                </a:solidFill>
              </a:rPr>
              <a:t>&lt; 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of AI training programmes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show sustained behaviour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566160" cy="7315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33333"/>
                </a:solidFill>
              </a:rPr>
              <a:t>18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86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average time to deploy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enterprise-wide AI curriculum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33333"/>
                </a:solidFill>
              </a:rPr>
              <a:t>The traditional answer — classroom training — is slow, expensive, and doesn't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 Cohort-based workshops serve hundreds; organisations need to reach thousands.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Engagement drops sharply after the first session — retention falls to &lt; 20% within 30 days.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Generic scenarios don't connect to employees' actual work, reducing transfer of learning.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•  Facilitator costs prevent continuous, repeatable deployment across geographies.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Why Traditional AI Training Falls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Classroom / eLearning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09728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What's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</a:rPr>
              <a:t>Hundreds per 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A651"/>
                </a:solidFill>
              </a:rPr>
              <a:t>Thousands simultaneously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1143000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</a:rPr>
              <a:t>Passive, slide-driven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194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A651"/>
                </a:solidFill>
              </a:rPr>
              <a:t>Active, high-stakes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</a:rPr>
              <a:t>Generic case studies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7432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A651"/>
                </a:solidFill>
              </a:rPr>
              <a:t>Real business scenarios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291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</a:rPr>
              <a:t>&lt; 20% after 30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91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A651"/>
                </a:solidFill>
              </a:rPr>
              <a:t>&gt; 60% applied behaviour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4047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Cost per learner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8404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</a:rPr>
              <a:t>High (facilitator + venue)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84047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A651"/>
                </a:solidFill>
              </a:rPr>
              <a:t>Marginal cost near zero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97679"/>
            <a:ext cx="11430000" cy="5486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891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111"/>
                </a:solidFill>
              </a:rPr>
              <a:t>Feedback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38911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2626"/>
                </a:solidFill>
              </a:rPr>
              <a:t>Quarterly survey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389119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A651"/>
                </a:solidFill>
              </a:rPr>
              <a:t>Real-time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The gap between what training delivers and what transformation requires is widening — not closing.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Introducing: The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A651"/>
                </a:solidFill>
              </a:rPr>
              <a:t>An immersive, AI-driven crisis simulation that upskills and engages simultaneously.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560320" cy="29260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Real 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48-hour countdown to a production line stoppage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Players feel the pressure — no passive observation.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560320" cy="29260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Dual Role 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Two personas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Two data sets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Neither has the full picture</a:t>
            </a:r>
          </a:p>
          <a:p>
            <a:pPr algn="l"/>
            <a:r>
              <a:rPr sz="1100" b="0">
                <a:solidFill>
                  <a:srgbClr val="FFFFFF"/>
                </a:solidFill>
              </a:rPr>
              <a:t>Cross-functional collaboration is mandatory.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2560320" cy="29260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AI as a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743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Players use AI to interrogate documents, surface anomalies, and synthesise insights under time pressure.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2560320" cy="29260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Real-World Scenario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743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Modelled on actual supply chain risks: supplier insolvency, quality holds, logistics failures.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97706"/>
                </a:solidFill>
              </a:rPr>
              <a:t>Not a training module. Not a workshop. A live simulation your teams will actually want to complete.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94960"/>
            <a:ext cx="10972800" cy="1097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Powered by Claude (Anthropic)  ·  Real-time AI coaching  ·  Adaptive scenario scoring  ·  WebSocket multiplayer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One Simulation. Two Learning Objectives.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303520"/>
          </a:xfrm>
          <a:prstGeom prst="rect">
            <a:avLst/>
          </a:prstGeom>
          <a:solidFill>
            <a:srgbClr val="E8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9144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651"/>
                </a:solidFill>
              </a:rPr>
              <a:t>① AI / Digital Fluency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Prompt engineering for document analysis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AI-assisted hypothesis formation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Cross-referencing AI outputs vs raw data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Recognising AI limitations and hallucination risk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Iterative querying to refine insights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Using AI to synthesise multi-source intelligence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Speed vs accuracy trade-offs under pressure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Trust calibration: when to override AI suggestions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530352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57784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</a:rPr>
              <a:t>② Business / Domain Mastery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Supply chain risk identification and triage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Vendor financial health analysis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Cross-functional crisis communication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Root cause analysis under incomplete data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Escalation judgment and decision authority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Trade-off analysis: cost vs continuity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Stakeholder alignment in time-pressured decisions</a:t>
            </a:r>
          </a:p>
          <a:p>
            <a:pPr algn="l"/>
            <a:r>
              <a:rPr sz="1300" b="0">
                <a:solidFill>
                  <a:srgbClr val="333333"/>
                </a:solidFill>
              </a:rPr>
              <a:t>Structured problem-solving frameworks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Most training programmes pick one. The Cascade delivers both — simultaneously, in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How It Works: The Player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0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Each player enters a unique session link and selects their role — Supply Chain Manager or Finance Analyst.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45720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4027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INVESTIGATE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Players explore a dossier of 8 role-specific documents: emails, spreadsheets, alerts, financial reports.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4572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375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COLLABORATE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Real-time War Room chat. Neither player can solve the crisis alone — coordination is essential.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79"/>
            <a:ext cx="457200" cy="9144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433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Teams formulate a root cause and recommend a corrective action under the countdown.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94960"/>
            <a:ext cx="457200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5321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40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DEBRIEF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AI evaluates submissions, scores the response, and delivers a personalised debrief with improvement coaching.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Technology: What's Under the 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651"/>
                </a:solidFill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Next.js 14, TypeScript, Tailwind CSS, React Markdown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1887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Real-time reactive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11430000" cy="7772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651"/>
                </a:solidFill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57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 FastAPI, WebSocket, 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574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Persistent sessions, sub-100ms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39"/>
            <a:ext cx="11430000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7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651"/>
                </a:solidFill>
              </a:rPr>
              <a:t>AI — Coaching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92607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Claude Haiku  (Anthropic)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926079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Adaptive hints during 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03320"/>
            <a:ext cx="11430000" cy="7772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9475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651"/>
                </a:solidFill>
              </a:rPr>
              <a:t>AI —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794759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Claude Opus  (Anthropic)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794759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Intelligent scoring + personalised debrief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72000"/>
            <a:ext cx="11430000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6634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651"/>
                </a:solidFill>
              </a:rPr>
              <a:t>AI — 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66344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Claude Sonnet  (Anthropic)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6634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Scenario generation and content creation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40680"/>
            <a:ext cx="11430000" cy="7772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5321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651"/>
                </a:solidFill>
              </a:rPr>
              <a:t>Infra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5321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Stateless API, Redis TTL sessions, environment-configurable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5321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Cloud-ready, multi-tenant capable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</a:rPr>
              <a:t>Fully browser-based. No app install. No VPN. Runs anywhere.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Built in One Day — 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D97706"/>
                </a:solidFill>
              </a:rPr>
              <a:t>From blank repository to fully playable, AI-coached multiplayer simulation in a single working session.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37160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10512"/>
            <a:ext cx="114300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1481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Concept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470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Scenario design, persona definition, document dossier creation, API contracts sketched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37160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Mid-Day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24912"/>
            <a:ext cx="114300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3957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Core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7614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FastAPI backend, WebSocket real-time layer, Redis sessions, game state machine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137160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3832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Afternoon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39312"/>
            <a:ext cx="114300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33101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AI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6758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Claude Haiku coaching agent, Opus evaluator, adaptive hint triggers, scoring rubric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137160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9767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Late 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53712"/>
            <a:ext cx="114300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422452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5902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Next.js UI, document viewer, War Room chat, countdown timer, markdown rendering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137160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21207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Evening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68112"/>
            <a:ext cx="114300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513892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</a:rPr>
              <a:t>Polish &amp; Refinement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5046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Brand reskin, scenario content upgrade, gate questions, escape submissions, debrief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Every architectural decision, line of code, UI component, and AI prompt crafted through conversational AI collaboration.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POC Today → Full Platform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 Proof of Concept — What Exists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Single scenario (supply chain crisis)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2-player collaborative session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8 documents per persona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AI coaching hints on request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AI-powered evaluation + debrief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Real-time War Room chat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Countdown timer + gate questions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Session persistence via Redis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Fully browser-based, no install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Hardcoded session / no auth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48640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486400" cy="50292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★  Full Platform — What a Build Unlocks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• Scenario library (Finance, HR, Legal, Ops…)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N-player sessions (teams of 4–10)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SSO / corporate identity integration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Facilitator dashboard &amp; live monitoring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Analytics: engagement, performance, gaps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Scenario authoring tool for L&amp;D teams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Adaptive difficulty based on player behaviour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Multi-language / multi-market support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LMS integration (Workday, Cornerstone)</a:t>
            </a:r>
          </a:p>
          <a:p>
            <a:pPr algn="l"/>
            <a:r>
              <a:rPr sz="1200" b="0">
                <a:solidFill>
                  <a:srgbClr val="333333"/>
                </a:solidFill>
              </a:rPr>
              <a:t>• Compliance and certification pathways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Skills Participants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577840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Craft precise questions to extract specific insights from AI across documents, alerts, and reports.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57784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577840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15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Hypothesis 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 AI to generate and test multiple root-cause theories quickly before committing to a direction.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557784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5577840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41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Multi-Source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3463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Direct AI to connect signals across financial data, logistics alerts, supplier emails and quality holds.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331720"/>
            <a:ext cx="557784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331720"/>
            <a:ext cx="5577840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441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Trust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3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Evaluate AI outputs critically — knowing when to push back, verify, or override a suggestion.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557784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5577840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67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Iterative Refinement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Progressively sharpen queries based on what AI returns; practise the agentic loop under real time pressure.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657600"/>
            <a:ext cx="557784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657600"/>
            <a:ext cx="5577840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67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Output Structuring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1605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 AI to format and prioritise findings for a structured decision submission — clarity under pressure.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83479"/>
            <a:ext cx="557784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983479"/>
            <a:ext cx="5577840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932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Risk &amp; Hallucination Aware.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48639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Identify when AI response confidence exceeds actual data support; apply healthy scepticism.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983479"/>
            <a:ext cx="5577840" cy="11887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983479"/>
            <a:ext cx="5577840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0932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Speed vs Accuracy Balance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48639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Develop judgment about when AI-assisted analysis is 'good enough' vs when more rigour is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Business Skills the Crisis Demands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1188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577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Supply Chain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Identify cascading failure points across supplier, logistics, and quality dimensions simultaneously.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577840" cy="1188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577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15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Financial Health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Interpret credit alerts, overdue receivables, and forex exposure to assess vendor viability.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5577840" cy="1188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331720"/>
            <a:ext cx="5577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41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Cross-Functional Collaboration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3463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Align two roles — operations and finance — with different data sets toward a shared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331720"/>
            <a:ext cx="5577840" cy="1188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331720"/>
            <a:ext cx="5577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4414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Root Cause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3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Move beyond symptoms to systemic causes using structured deductive reasoning under time pressure.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5577840" cy="1188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5577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67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Escalation Judgment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Determine when a risk warrants senior involvement vs can be contained at team level.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657600"/>
            <a:ext cx="5577840" cy="1188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657600"/>
            <a:ext cx="5577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767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Trade-off Decision Making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1605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Balance cost, continuity, and relationship risk when selecting alternate suppliers or actions.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83479"/>
            <a:ext cx="5577840" cy="1188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983479"/>
            <a:ext cx="5577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932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Communication Under Pressure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48639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Share findings concisely in a live War Room — prioritising signal over noise.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983479"/>
            <a:ext cx="5577840" cy="1188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983479"/>
            <a:ext cx="55778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0932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Structured Problem Solving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48639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Apply frameworks (5-Why, Ishikawa) within an AI-assisted context to reach a defensible conclusion.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Built-In AI Coaching — Not an Add-On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Three distinct AI models serve different roles in the experience: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463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09728" cy="146304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HAIKU — Real-Time Coach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Monitors player behaviour: files opened, clues found, War Room activity. Fires contextual hints when teams stall — guiding without giving away the answer. Responds within seconds, maintaining simulation immersion.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11430000" cy="1463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109728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OPUS — Evaluation &amp; Debrief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Receives both players' final submissions and evaluates root cause accuracy, action quality, and collaboration evidence. Produces a scored, narrative debrief that is personal, specific, and coaching-forward.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00600"/>
            <a:ext cx="11430000" cy="14630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09728" cy="146304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88888"/>
                </a:solidFill>
              </a:rPr>
              <a:t>SONNET — Scenario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Used during content creation to generate realistic documents, red herrings, financial data anomalies, and structured gate questions that test comprehension at each clue milestone.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Why This Is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Context-Native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The scenario mirrors real business complexity — messy data, incomplete information, time pressure. Learning happens inside the actual context it needs to be applied, not in abstraction.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73152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AI Is the Tool, Not the Teacher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78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Players use AI as a working instrument — not as a subject matter expert lecturing at them. This builds genuine, transferable AI fluency that survives beyond the simulation.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73152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Every Run Is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7588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Dynamic AI coaching adapts to each team's behaviour. Two groups running the same scenario will experience meaningfully different hints, pacing, and debrief outcomes.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79"/>
            <a:ext cx="73152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433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Scales Instantly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73167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Once built, the simulation can be deployed to thousands of concurrent sessions with zero marginal facilitator cost. Global rollout becomes a configuration change, not a project.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73152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651"/>
                </a:solidFill>
              </a:rPr>
              <a:t>Measurable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70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Evaluation scores, collaboration data, time-to-discovery metrics, and AI usage patterns create a rich analytics layer for L&amp;D teams that no classroom can provide.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</a:rPr>
              <a:t>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640080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704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Play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819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Run the POC live with a small cohort — two volunteers, 45 minutes, no setup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640080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762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877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Collect participant reactions, AI debrief scores, and observed behaviour change against baseline.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640080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91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18211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Define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5935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Select 2–3 business-critical domains where AI upskilling + domain practice is highest value.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640080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18795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Commission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9943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Scope a full platform build: scenario authoring, analytics dashboard, SSO, LMS integration.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2064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640080" cy="9144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303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19379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651"/>
                </a:solidFill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052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Roll out to full target population — same simulation engine, unlimited concurrent sessions.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If we built this in one day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00A651"/>
                </a:solidFill>
              </a:rPr>
              <a:t>imagine what a dedicated team builds in a quarter.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The only constraint on AI-powered learning at scale is imagination.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7706"/>
                </a:solidFill>
              </a:rPr>
              <a:t>Let's play. Then let's build.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THE CASCADE  ·  Confidential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